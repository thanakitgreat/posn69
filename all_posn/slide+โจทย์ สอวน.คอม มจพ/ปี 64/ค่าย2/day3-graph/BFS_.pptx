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</p:sldIdLst>
  <p:sldSz cx="12192000" cy="6858000"/>
  <p:notesSz cx="6858000" cy="9144000"/>
  <p:embeddedFontLst>
    <p:embeddedFont>
      <p:font typeface="TH SarabunPSK" panose="020B0500040200020003" pitchFamily="34" charset="-34"/>
      <p:regular r:id="rId18"/>
      <p:bold r:id="rId19"/>
      <p:italic r:id="rId20"/>
      <p:boldItalic r:id="rId21"/>
    </p:embeddedFont>
    <p:embeddedFont>
      <p:font typeface="Sarabun" panose="020B0604020202020204" charset="-34"/>
      <p:regular r:id="rId22"/>
      <p:bold r:id="rId23"/>
      <p:italic r:id="rId24"/>
      <p:boldItalic r:id="rId25"/>
    </p:embeddedFont>
    <p:embeddedFont>
      <p:font typeface="Calibri" panose="020F0502020204030204" pitchFamily="34" charset="0"/>
      <p:regular r:id="rId26"/>
      <p:bold r:id="rId27"/>
      <p:italic r:id="rId28"/>
      <p:boldItalic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0" roundtripDataSignature="AMtx7mgiEqcvdCFBF96PISq+hcZGdFATb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6" d="100"/>
          <a:sy n="86" d="100"/>
        </p:scale>
        <p:origin x="708" y="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customschemas.google.com/relationships/presentationmetadata" Target="metadata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h-TH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4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h-T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1128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▪"/>
              <a:defRPr sz="3200">
                <a:latin typeface="Sarabun"/>
                <a:ea typeface="Sarabun"/>
                <a:cs typeface="Sarabun"/>
                <a:sym typeface="Sarabun"/>
              </a:defRPr>
            </a:lvl1pPr>
            <a:lvl2pPr marL="914400" lvl="1" indent="-431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▪"/>
              <a:defRPr sz="3200">
                <a:latin typeface="Sarabun"/>
                <a:ea typeface="Sarabun"/>
                <a:cs typeface="Sarabun"/>
                <a:sym typeface="Sarabun"/>
              </a:defRPr>
            </a:lvl2pPr>
            <a:lvl3pPr marL="1371600" lvl="2" indent="-431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▪"/>
              <a:defRPr sz="3200">
                <a:latin typeface="Sarabun"/>
                <a:ea typeface="Sarabun"/>
                <a:cs typeface="Sarabun"/>
                <a:sym typeface="Sarabun"/>
              </a:defRPr>
            </a:lvl3pPr>
            <a:lvl4pPr marL="1828800" lvl="3" indent="-431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▪"/>
              <a:defRPr sz="3200">
                <a:latin typeface="Sarabun"/>
                <a:ea typeface="Sarabun"/>
                <a:cs typeface="Sarabun"/>
                <a:sym typeface="Sarabun"/>
              </a:defRPr>
            </a:lvl4pPr>
            <a:lvl5pPr marL="2286000" lvl="4" indent="-431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▪"/>
              <a:defRPr sz="3200">
                <a:latin typeface="Sarabun"/>
                <a:ea typeface="Sarabun"/>
                <a:cs typeface="Sarabun"/>
                <a:sym typeface="Sarabun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sldNum" idx="12"/>
          </p:nvPr>
        </p:nvSpPr>
        <p:spPr>
          <a:xfrm>
            <a:off x="9284852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6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buNone/>
              <a:defRPr sz="16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buNone/>
              <a:defRPr sz="16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buNone/>
              <a:defRPr sz="16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buNone/>
              <a:defRPr sz="16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buNone/>
              <a:defRPr sz="16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buNone/>
              <a:defRPr sz="16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buNone/>
              <a:defRPr sz="16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buNone/>
              <a:defRPr sz="16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h-TH"/>
              <a:t>‹#›</a:t>
            </a:fld>
            <a:endParaRPr/>
          </a:p>
        </p:txBody>
      </p:sp>
      <p:pic>
        <p:nvPicPr>
          <p:cNvPr id="27" name="Google Shape;27;p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4774" y="230188"/>
            <a:ext cx="1619250" cy="12477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8" name="Google Shape;28;p5"/>
          <p:cNvCxnSpPr/>
          <p:nvPr/>
        </p:nvCxnSpPr>
        <p:spPr>
          <a:xfrm rot="10800000" flipH="1">
            <a:off x="1724024" y="1311565"/>
            <a:ext cx="10163176" cy="36944"/>
          </a:xfrm>
          <a:prstGeom prst="straightConnector1">
            <a:avLst/>
          </a:prstGeom>
          <a:noFill/>
          <a:ln w="28575" cap="flat" cmpd="sng">
            <a:solidFill>
              <a:srgbClr val="CC3300"/>
            </a:solidFill>
            <a:prstDash val="solid"/>
            <a:miter lim="800000"/>
            <a:headEnd type="none" w="sm" len="sm"/>
            <a:tailEnd type="stealth" w="med" len="med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h-T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7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7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h-T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8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" name="Google Shape;45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h-T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9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3" name="Google Shape;53;p9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4" name="Google Shape;54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h-T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h-T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h-T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2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9" name="Google Shape;69;p12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0" name="Google Shape;70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h-T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3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6" name="Google Shape;76;p13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7" name="Google Shape;77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h-T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4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h-T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5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5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9" name="Google Shape;89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h-TH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h-TH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"/>
          <p:cNvSpPr txBox="1"/>
          <p:nvPr/>
        </p:nvSpPr>
        <p:spPr>
          <a:xfrm>
            <a:off x="683500" y="2083325"/>
            <a:ext cx="10862100" cy="163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100"/>
              <a:buFont typeface="Calibri"/>
              <a:buNone/>
            </a:pPr>
            <a:r>
              <a:rPr lang="th-TH" sz="4500" b="1" i="0" u="none" strike="noStrike" cap="none">
                <a:solidFill>
                  <a:schemeClr val="dk1"/>
                </a:solidFill>
                <a:latin typeface="TH SarabunPSK"/>
                <a:ea typeface="TH SarabunPSK"/>
                <a:cs typeface="TH SarabunPSK"/>
                <a:sym typeface="TH SarabunPSK"/>
              </a:rPr>
              <a:t>ค่</a:t>
            </a:r>
            <a:r>
              <a:rPr lang="th-TH" sz="4400" b="1" i="0" u="none" strike="noStrike" cap="none">
                <a:solidFill>
                  <a:schemeClr val="dk1"/>
                </a:solidFill>
                <a:latin typeface="TH SarabunPSK"/>
                <a:ea typeface="TH SarabunPSK"/>
                <a:cs typeface="TH SarabunPSK"/>
                <a:sym typeface="TH SarabunPSK"/>
              </a:rPr>
              <a:t>ายโอลิมปิกวิชาการ </a:t>
            </a:r>
            <a:r>
              <a:rPr lang="th-TH" sz="4400" b="1">
                <a:solidFill>
                  <a:schemeClr val="dk1"/>
                </a:solidFill>
                <a:latin typeface="TH SarabunPSK"/>
                <a:ea typeface="TH SarabunPSK"/>
                <a:cs typeface="TH SarabunPSK"/>
                <a:sym typeface="TH SarabunPSK"/>
              </a:rPr>
              <a:t>ครั้งที่ 18 </a:t>
            </a:r>
            <a:endParaRPr sz="4400" b="1" i="0" u="none" strike="noStrike" cap="none">
              <a:solidFill>
                <a:schemeClr val="dk1"/>
              </a:solidFill>
              <a:latin typeface="TH SarabunPSK"/>
              <a:ea typeface="TH SarabunPSK"/>
              <a:cs typeface="TH SarabunPSK"/>
              <a:sym typeface="TH SarabunPSK"/>
            </a:endParaRPr>
          </a:p>
          <a:p>
            <a:pPr marL="0" marR="0" lvl="0" indent="0" algn="ctr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100"/>
              <a:buFont typeface="Calibri"/>
              <a:buNone/>
            </a:pPr>
            <a:r>
              <a:rPr lang="th-TH" sz="4400" b="1">
                <a:solidFill>
                  <a:schemeClr val="dk1"/>
                </a:solidFill>
                <a:latin typeface="TH SarabunPSK"/>
                <a:ea typeface="TH SarabunPSK"/>
                <a:cs typeface="TH SarabunPSK"/>
                <a:sym typeface="TH SarabunPSK"/>
              </a:rPr>
              <a:t>ศูนย์มหาวิทยาลัยเทคโนโลยีพระจอมเกล้าพระนครเหนือ</a:t>
            </a:r>
            <a:r>
              <a:rPr lang="th-TH" sz="4500" b="1">
                <a:solidFill>
                  <a:schemeClr val="dk1"/>
                </a:solidFill>
                <a:latin typeface="TH SarabunPSK"/>
                <a:ea typeface="TH SarabunPSK"/>
                <a:cs typeface="TH SarabunPSK"/>
                <a:sym typeface="TH SarabunPSK"/>
              </a:rPr>
              <a:t> </a:t>
            </a:r>
            <a:r>
              <a:rPr lang="th-TH" sz="4600" i="0" u="none" strike="noStrike" cap="none">
                <a:solidFill>
                  <a:schemeClr val="dk1"/>
                </a:solidFill>
                <a:latin typeface="TH SarabunPSK"/>
                <a:ea typeface="TH SarabunPSK"/>
                <a:cs typeface="TH SarabunPSK"/>
                <a:sym typeface="TH SarabunPSK"/>
              </a:rPr>
              <a:t/>
            </a:r>
            <a:br>
              <a:rPr lang="th-TH" sz="4600" i="0" u="none" strike="noStrike" cap="none">
                <a:solidFill>
                  <a:schemeClr val="dk1"/>
                </a:solidFill>
                <a:latin typeface="TH SarabunPSK"/>
                <a:ea typeface="TH SarabunPSK"/>
                <a:cs typeface="TH SarabunPSK"/>
                <a:sym typeface="TH SarabunPSK"/>
              </a:rPr>
            </a:br>
            <a:endParaRPr sz="3240" i="0" u="none" strike="noStrike" cap="none">
              <a:solidFill>
                <a:srgbClr val="CC3300"/>
              </a:solidFill>
              <a:latin typeface="TH SarabunPSK"/>
              <a:ea typeface="TH SarabunPSK"/>
              <a:cs typeface="TH SarabunPSK"/>
              <a:sym typeface="TH SarabunPSK"/>
            </a:endParaRPr>
          </a:p>
        </p:txBody>
      </p:sp>
      <p:pic>
        <p:nvPicPr>
          <p:cNvPr id="97" name="Google Shape;97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645937" y="531042"/>
            <a:ext cx="1619250" cy="12477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8" name="Google Shape;98;p1"/>
          <p:cNvCxnSpPr/>
          <p:nvPr/>
        </p:nvCxnSpPr>
        <p:spPr>
          <a:xfrm rot="10800000" flipH="1">
            <a:off x="998679" y="3469873"/>
            <a:ext cx="9919855" cy="83128"/>
          </a:xfrm>
          <a:prstGeom prst="straightConnector1">
            <a:avLst/>
          </a:prstGeom>
          <a:noFill/>
          <a:ln w="28575" cap="flat" cmpd="sng">
            <a:solidFill>
              <a:srgbClr val="CC3300"/>
            </a:solidFill>
            <a:prstDash val="solid"/>
            <a:miter lim="800000"/>
            <a:headEnd type="none" w="sm" len="sm"/>
            <a:tailEnd type="stealth" w="med" len="med"/>
          </a:ln>
        </p:spPr>
      </p:cxnSp>
      <p:pic>
        <p:nvPicPr>
          <p:cNvPr id="99" name="Google Shape;99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771322" y="221192"/>
            <a:ext cx="1162050" cy="1695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475267" y="391601"/>
            <a:ext cx="1628775" cy="1638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66762" y="541933"/>
            <a:ext cx="1514475" cy="146685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"/>
          <p:cNvSpPr/>
          <p:nvPr/>
        </p:nvSpPr>
        <p:spPr>
          <a:xfrm>
            <a:off x="212436" y="6147675"/>
            <a:ext cx="11730182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3200" i="0" u="none" strike="noStrike" cap="none">
                <a:solidFill>
                  <a:srgbClr val="CC3300"/>
                </a:solidFill>
                <a:latin typeface="TH SarabunPSK"/>
                <a:ea typeface="TH SarabunPSK"/>
                <a:cs typeface="TH SarabunPSK"/>
                <a:sym typeface="TH SarabunPSK"/>
              </a:rPr>
              <a:t>ภาควิชาวิทยาการคอมพิวเตอร์และสารสนเทศ 	มหาวิทยาลัยเทคโนโลยีพระจอมเกล้าพระนครเหนือ</a:t>
            </a:r>
            <a:endParaRPr sz="3200">
              <a:solidFill>
                <a:schemeClr val="dk1"/>
              </a:solidFill>
              <a:latin typeface="TH SarabunPSK"/>
              <a:ea typeface="TH SarabunPSK"/>
              <a:cs typeface="TH SarabunPSK"/>
              <a:sym typeface="TH SarabunPSK"/>
            </a:endParaRPr>
          </a:p>
        </p:txBody>
      </p:sp>
      <p:sp>
        <p:nvSpPr>
          <p:cNvPr id="104" name="Google Shape;104;p1"/>
          <p:cNvSpPr txBox="1">
            <a:spLocks noGrp="1"/>
          </p:cNvSpPr>
          <p:nvPr>
            <p:ph type="subTitle" idx="1"/>
          </p:nvPr>
        </p:nvSpPr>
        <p:spPr>
          <a:xfrm>
            <a:off x="1386600" y="3663894"/>
            <a:ext cx="9144000" cy="16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635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</a:pPr>
            <a:r>
              <a:rPr lang="en-US" sz="5300" dirty="0" smtClean="0">
                <a:latin typeface="TH SarabunPSK"/>
                <a:ea typeface="TH SarabunPSK"/>
                <a:cs typeface="TH SarabunPSK"/>
                <a:sym typeface="TH SarabunPSK"/>
              </a:rPr>
              <a:t>BFS</a:t>
            </a:r>
            <a:endParaRPr sz="5300" dirty="0">
              <a:latin typeface="TH SarabunPSK"/>
              <a:ea typeface="TH SarabunPSK"/>
              <a:cs typeface="TH SarabunPSK"/>
              <a:sym typeface="TH SarabunPSK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h-TH" dirty="0"/>
          </a:p>
        </p:txBody>
      </p:sp>
      <p:sp>
        <p:nvSpPr>
          <p:cNvPr id="111" name="Google Shape;111;p2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h-TH"/>
              <a:t>2</a:t>
            </a:fld>
            <a:endParaRPr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8528" y="1452487"/>
            <a:ext cx="8315665" cy="573683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h-TH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2967" y="1372475"/>
            <a:ext cx="8526065" cy="5763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6222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h-TH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1573" y="1477964"/>
            <a:ext cx="8268854" cy="5696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91117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h-TH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9705" y="1477964"/>
            <a:ext cx="7992590" cy="5401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8008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h-TH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0152" y="1385140"/>
            <a:ext cx="8211696" cy="5715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8833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h-TH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5836" y="1477964"/>
            <a:ext cx="8440328" cy="5668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42365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h-TH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6449" y="1477964"/>
            <a:ext cx="8278380" cy="5696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28217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h-TH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6810" y="1477964"/>
            <a:ext cx="8278380" cy="5896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23129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h-TH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0125" y="1561601"/>
            <a:ext cx="8411749" cy="5496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7587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h-TH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2573" y="1477964"/>
            <a:ext cx="7906853" cy="5611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63574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h-TH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2252" y="1477964"/>
            <a:ext cx="8202170" cy="5782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94181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h-TH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0264" y="1477964"/>
            <a:ext cx="8230749" cy="5734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76813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h-TH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5435" y="1477964"/>
            <a:ext cx="8145012" cy="5649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22774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h-TH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0404" y="1477964"/>
            <a:ext cx="8049748" cy="5563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51501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32</Words>
  <Application>Microsoft Office PowerPoint</Application>
  <PresentationFormat>Widescreen</PresentationFormat>
  <Paragraphs>5</Paragraphs>
  <Slides>15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TH SarabunPSK</vt:lpstr>
      <vt:lpstr>Sarabun</vt:lpstr>
      <vt:lpstr>Calibri</vt:lpstr>
      <vt:lpstr>Noto Sans Symbols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Windows User</dc:creator>
  <cp:lastModifiedBy>SSP</cp:lastModifiedBy>
  <cp:revision>4</cp:revision>
  <dcterms:created xsi:type="dcterms:W3CDTF">2021-04-10T05:54:10Z</dcterms:created>
  <dcterms:modified xsi:type="dcterms:W3CDTF">2022-04-20T09:49:19Z</dcterms:modified>
</cp:coreProperties>
</file>